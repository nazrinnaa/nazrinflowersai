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33" d="100"/>
          <a:sy n="33" d="100"/>
        </p:scale>
        <p:origin x="3534" y="1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1AC350-0E27-44A5-80CE-05D94AE4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631C34A-2457-F05C-961E-30B4ADDA7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A5B3C8-6340-53DA-A7DE-73886C2E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E39A3B-613F-2651-304A-BF48137D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C1D2540-5D77-F46C-7445-A10ACF8D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831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8020BC-DE47-36FB-5EA1-A76B9B1C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A19790-7F06-7882-4FBE-F2814350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F4025F-2796-EE65-CF98-B245E867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CC9494-EC1D-A538-8A86-80DA2585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581283-F500-CE4A-A40C-648B48D9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211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9CA42E-6C4E-186E-F2A2-796AC017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4F2133-0F16-EBE6-558B-66BA6904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89C0CC-3C65-D337-8AF6-E665F165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7C4DBC-10A1-7229-F702-3214AC4E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F7B73A-CAE9-0704-19EC-B9EB007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27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47E601-2942-F255-EE41-A2902E5D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445762-EF1F-990A-4176-89A264D02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7C56CF2-699B-A40D-DAA1-6898E8913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506CEDF-FCEB-F3C5-0545-0A593FEC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F2C75E-8A55-BAE4-9401-1B1E5FAD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9C1A8C1-EE7D-1976-6034-0B90C43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899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27E40-5BCF-B39C-9184-E65A3BF8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69A3406-B57E-7DE9-6D95-778152B1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DA06ACF-7128-849F-E9EC-F2488D0CE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86C1432-93E2-2B46-0AC7-CC6239EE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B1B8F5C-50B7-862D-2B85-193BE8EB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82694C0-A91F-107A-2EA9-C92BE6BF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DE601ED-4142-F375-3027-53E40030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D359896-088E-8E90-9A8D-0704F14D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38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B93730-C35B-E8D8-CB4E-5ADFC06D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C1E184-69E6-0DD2-B212-439EC813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771085F-72D4-7ADA-FE39-02787388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8EFD94-0A5A-F7AA-BE20-2BEAB437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319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8FE21A2-1C8C-E8BA-6454-B50AB5B3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AE0245A-4A00-E4F8-AF7D-9A553F50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C3A3D31-BFDC-9026-089D-155A7F66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35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9FE1CE-FA8C-03B9-197E-B3E31C6D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67A8FD-2B03-0681-047A-71D4A52F7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C9564D1-5101-5690-E2D7-1B58AB27D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9002B1B-3F25-A5CB-8110-C929C139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6A667D4-312E-01A1-7C33-CC769DA2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52CEF6E-D5D0-926D-5960-5597725C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62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F4CD32-3F40-919F-BD22-CD62C76C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D61FE2-032A-F935-DBA6-21DC26B7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89E74D9-B30E-3EED-500B-823A10C99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7D606F-AA2B-2E46-7F86-A4AFC24C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E0058E-54CD-1223-B020-0606CB84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F6EF7E-4A00-0CBA-A120-806552FA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9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5FCDD3-6520-2E82-46B2-571C06E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61EFF60-9F89-6E2A-84BF-9591405BF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C05069-A7AF-6358-A21F-49AE6165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C7B471-A0FE-78B6-66E0-F088CE87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B4B2105-F45A-C8AA-A1BC-C637CF93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566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5618527-18F1-91DF-C6F3-CA8DE7A65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007841A-0405-4E5E-E5FD-D67FB964D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A5C95C-FEDB-E1B6-A87A-9E26F159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A94931-0E9D-82D9-1D52-E434AE13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54FAA7D-EB99-570C-824F-06B073B6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8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9B3AAE3-CB02-2CF0-B502-008F5463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BE76A92-6326-B358-3140-3E213742F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F5464C-A7A3-AC4D-B5CD-7B4F51493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364FB9-7033-66B1-8DE4-6732638FA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913B7C6-E9CC-A66E-AC99-F99D6B1B1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09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31CA55-1A1F-4564-0026-AD143F106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Nazrin</a:t>
            </a:r>
            <a:r>
              <a:rPr lang="tr-TR" dirty="0"/>
              <a:t> </a:t>
            </a:r>
            <a:r>
              <a:rPr lang="tr-TR" dirty="0" err="1"/>
              <a:t>Muradova</a:t>
            </a:r>
            <a:r>
              <a:rPr lang="tr-TR" dirty="0"/>
              <a:t> AI</a:t>
            </a:r>
            <a:br>
              <a:rPr lang="tr-TR" dirty="0"/>
            </a:br>
            <a:r>
              <a:rPr lang="tr-TR" dirty="0" err="1"/>
              <a:t>Flowers</a:t>
            </a:r>
            <a:r>
              <a:rPr lang="tr-TR" dirty="0"/>
              <a:t> </a:t>
            </a:r>
            <a:r>
              <a:rPr lang="tr-TR" dirty="0" err="1"/>
              <a:t>Trained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370DD64-19B7-0DC0-2957-91853DB79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383820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BE5A97-811C-7274-22BF-E45F7D5D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Framework , Library </a:t>
            </a:r>
            <a:r>
              <a:rPr lang="tr-TR" dirty="0" err="1"/>
              <a:t>insertion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E8BC826-8061-71C7-B6B2-F54DC686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7" y="2100650"/>
            <a:ext cx="12069806" cy="328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693D8-2148-AD05-C00C-42B03DDF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Seed</a:t>
            </a:r>
            <a:r>
              <a:rPr lang="tr-TR" dirty="0"/>
              <a:t> </a:t>
            </a:r>
            <a:r>
              <a:rPr lang="tr-TR" dirty="0" err="1"/>
              <a:t>configration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CA93B3A-D311-FBC7-6A72-5EA0D4DB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821" y="1922076"/>
            <a:ext cx="6096357" cy="35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26B343-0B18-95C1-C08A-40A5D397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Downlaod</a:t>
            </a:r>
            <a:r>
              <a:rPr lang="tr-TR" dirty="0"/>
              <a:t> </a:t>
            </a:r>
            <a:r>
              <a:rPr lang="tr-TR" dirty="0" err="1"/>
              <a:t>Flowers</a:t>
            </a:r>
            <a:r>
              <a:rPr lang="tr-TR" dirty="0"/>
              <a:t> </a:t>
            </a:r>
            <a:r>
              <a:rPr lang="tr-TR" dirty="0" err="1"/>
              <a:t>Dataset</a:t>
            </a:r>
            <a:endParaRPr lang="tr-TR" dirty="0"/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6F3B8D34-88E5-0A49-D643-D0455CBF5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95" y="1690688"/>
            <a:ext cx="12097605" cy="394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2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12AC5-BCB2-8A83-1B9E-1953F3A2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Preprocessing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3ECD87DA-201C-02BD-739D-C831B781C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55" y="1690688"/>
            <a:ext cx="11352890" cy="3923718"/>
          </a:xfrm>
          <a:prstGeom prst="rect">
            <a:avLst/>
          </a:prstGeom>
        </p:spPr>
      </p:pic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F32E3F54-4805-AFE8-9A9E-0BBC97FC853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6176963"/>
            <a:ext cx="5257800" cy="1876686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6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6A8C46-EFCA-4141-1DE8-06739131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 </a:t>
            </a:r>
            <a:r>
              <a:rPr lang="tr-TR" dirty="0" err="1"/>
              <a:t>Augmentation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640B86-2EA4-F60A-35B4-46EC8EF2484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798" y="5958286"/>
            <a:ext cx="45719" cy="21867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D031529D-40A1-A12B-4A64-6965146A0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16" y="2125363"/>
            <a:ext cx="10578682" cy="301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4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B08B59-E82A-EA3D-1FA1-58221494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Create</a:t>
            </a:r>
            <a:r>
              <a:rPr lang="tr-TR" dirty="0"/>
              <a:t> CNN Model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BED84309-1ED7-D235-083B-F1B85C923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F6347370-FCC3-03FA-0948-52DC2D424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023"/>
            <a:ext cx="12554465" cy="492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0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B16F79-162A-BD2E-2DA2-6BA6E753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Compile</a:t>
            </a:r>
            <a:endParaRPr lang="tr-TR" dirty="0"/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FB70ECDE-7E65-6AE8-600A-65E74252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879AD128-F4CB-118B-4CFB-9A0E159A7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28" y="2153264"/>
            <a:ext cx="11338743" cy="303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6C3126-75D1-B023-9611-A6E41301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</a:t>
            </a:r>
            <a:r>
              <a:rPr lang="tr-TR" dirty="0" err="1"/>
              <a:t>Summary</a:t>
            </a:r>
            <a:endParaRPr lang="tr-TR" dirty="0"/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110C6493-08FC-347A-A91C-ABD84B189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A7BBF85-0937-733A-6914-F73BB801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586" y="1531013"/>
            <a:ext cx="8018827" cy="496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09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0D43B6-37EF-0682-EDA3-F762F500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6C6F6528-9D77-A6F6-A811-742908F7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B082643-2629-D9FE-98C8-3C9E67586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35" y="1510532"/>
            <a:ext cx="11571529" cy="487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427679-7ED4-C905-4856-6FCFB6FA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Plots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matplot</a:t>
            </a:r>
            <a:endParaRPr lang="tr-TR" dirty="0"/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7EE54379-F23D-89BB-D544-262938E28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FDA91DA-F3C7-3655-0CFC-B19518F3C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90" y="1582077"/>
            <a:ext cx="8078820" cy="522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</Words>
  <Application>Microsoft Office PowerPoint</Application>
  <PresentationFormat>Geniş ekran</PresentationFormat>
  <Paragraphs>12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Teması</vt:lpstr>
      <vt:lpstr>Nazrin Muradova AI Flowers Trained</vt:lpstr>
      <vt:lpstr>Framework , Library insertion</vt:lpstr>
      <vt:lpstr>Seed configration</vt:lpstr>
      <vt:lpstr>Downlaod Flowers Dataset</vt:lpstr>
      <vt:lpstr>Preprocessing</vt:lpstr>
      <vt:lpstr>Data Augmentation</vt:lpstr>
      <vt:lpstr>Create CNN Model</vt:lpstr>
      <vt:lpstr>Compile</vt:lpstr>
      <vt:lpstr>Model Summary</vt:lpstr>
      <vt:lpstr>Train</vt:lpstr>
      <vt:lpstr>Plots with matplot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orkhan</dc:creator>
  <cp:lastModifiedBy>orkhan</cp:lastModifiedBy>
  <cp:revision>2</cp:revision>
  <dcterms:created xsi:type="dcterms:W3CDTF">2025-12-24T11:54:04Z</dcterms:created>
  <dcterms:modified xsi:type="dcterms:W3CDTF">2025-12-24T12:22:58Z</dcterms:modified>
</cp:coreProperties>
</file>